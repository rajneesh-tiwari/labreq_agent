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4297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Read this top-down: most categories carry over from Cytology. Two new ones (Susceptibility Testing, Biosafety Containment) earned their place via quorum vote with evidence.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4114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577840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Every story carries: shape, tests, role, stage, source citation, and quality verdict. Closed-enum fields are checked against the catalogs — out-of-list values are rejected, no questions asked.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5303520"/>
            <a:ext cx="4937760" cy="64008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00" b="0" i="0">
                <a:solidFill>
                  <a:srgbClr val="1F2D3D"/>
                </a:solidFill>
                <a:latin typeface="Calibri"/>
              </a:rPr>
              <a:t>Continuous monitoring (alongside): drift report; alarm when review pile or unclassified bucket &gt; 5%; auto-rerun with looser threshold on alarm.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