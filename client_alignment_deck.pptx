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97880"/>
            <a:ext cx="11430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F4E79"/>
                </a:solidFill>
                <a:latin typeface="Calibri"/>
              </a:rPr>
              <a:t>What's inside the Dev backlog (Jira hierarchy)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6144768"/>
            <a:ext cx="1280160" cy="41148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6350508"/>
            <a:ext cx="45720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0" y="6350508"/>
            <a:ext cx="187452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59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74720" y="6350508"/>
            <a:ext cx="3291839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6144768"/>
            <a:ext cx="2560320" cy="41148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808080"/>
                </a:solidFill>
                <a:latin typeface="Calibri"/>
              </a:rPr>
              <a:t>Task    (out of scope — dev team owns)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82880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55448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16459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16459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5216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4E79"/>
                </a:solidFill>
                <a:latin typeface="Calibri"/>
              </a:rPr>
              <a:t>Sourcing:  theme + epic catalogs are snapshotted from Cytology's existing Connect build (the seminal prior).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44768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persona,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panel — 5 reviewer agents running IN PARALLEL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Is it coherent
as a new theme?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Is it distinct
from existing?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Is the description
sharp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Are the cluster
members consistent?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Would admitting
fragment the catalog?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All 5 vote in parallel. Need 3 of 5 agreeing on the same action; their descriptions must be similar enough.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persona,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5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911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506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102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reviewers vote in parallel</a:t>
            </a:r>
          </a:p>
        </p:txBody>
      </p:sp>
      <p:sp>
        <p:nvSpPr>
          <p:cNvPr id="17" name="Diamond 16"/>
          <p:cNvSpPr/>
          <p:nvPr/>
        </p:nvSpPr>
        <p:spPr>
          <a:xfrm>
            <a:off x="822960" y="516636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23494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8932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8800" y="5093208"/>
            <a:ext cx="0" cy="7315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544068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6120" y="52760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28800" y="571500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74519" y="56875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200400" y="3543300"/>
            <a:ext cx="1508760" cy="2651759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theme_catalog: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catalog_id:     micro_v1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inherited_themes:           # carried over by Pass 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G1, G2, G3, G4, G5, G6, G7, G8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novel_themes:               # admitted by quorum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[admit×5]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[admit×4, fold→G6]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folded_in:                  # M=3 majority on fold target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MI3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Critical Result Notification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15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[fold→G4×3, admit×2]    decision: fold→G4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count: 38                 # = 6.3% of 600 (above 5% alarm)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212079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Pass 1 produced  (Microbiology classified vs Cytology's themes)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G1
145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812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G2
88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5376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G3
60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2625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G4
52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89873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G5
44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7122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G6
30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6437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G7
38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5161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G8
20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12019" y="5458967"/>
            <a:ext cx="1642262" cy="384048"/>
          </a:xfrm>
          <a:prstGeom prst="roundRect">
            <a:avLst/>
          </a:prstGeom>
          <a:solidFill>
            <a:srgbClr val="E8E2D4"/>
          </a:solidFill>
          <a:ln w="12700">
            <a:solidFill>
              <a:srgbClr val="908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Residual
123 chunks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861303"/>
            <a:ext cx="306141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inherited from Cytology (477 chunks total)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2019" y="5861303"/>
            <a:ext cx="164226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706858"/>
                </a:solidFill>
                <a:latin typeface="Calibri"/>
              </a:rPr>
              <a:t>feeds Pass 2 cluster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606247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55606E"/>
                </a:solidFill>
                <a:latin typeface="Calibri"/>
              </a:rPr>
              <a:t>Note:  Pass 1 here is single-label — each chunk goes to its best-matching theme above τ_match=0.65 (or to residual). Runtime story / chunk theme tags are multi-label per D3 (themes are soft tags, not a forced taxonomy).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persona,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3" name="Diamond 12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1417320"/>
            <a:ext cx="4937760" cy="3566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[gram_stain, 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07492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The 4 quality rules — one per story shape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MUST/SHALL
+ parameters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9036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Stage-split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9036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Stage in title
+ siblings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Config-instance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37192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Concrete typed values
no MUST/SHALL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5348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5348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Named artifact
+ before/after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persona,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SOPs?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persona_owner: microbiologist_supervisor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1208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What "pattern in ≥ 2 SOPs" produces (worked example)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50468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SOP-007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87044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577840"/>
            <a:ext cx="1417320" cy="539495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Cluster:
2 distinct SOPs
≥ 2 → 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5577840"/>
            <a:ext cx="1783079" cy="539495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Capability story
+ parameters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47888" y="5664708"/>
            <a:ext cx="237744" cy="101955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47888" y="5928512"/>
            <a:ext cx="237744" cy="101956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39528" y="5847588"/>
            <a:ext cx="237744" cy="0"/>
          </a:xfrm>
          <a:prstGeom prst="line">
            <a:avLst/>
          </a:prstGeom>
          <a:ln w="190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4 story shapes — one example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Different shapes have different quality rules (slide 6). These examples show what makes each shape that shape.   (AC = Acceptance Criterion.)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MUST/SHALL  +  configurable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[gram_stain, 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accession, system MUST match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against open order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no match found within 24h,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system MUST flag for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WORKFLOW-STAGE-SPLIT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863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Stage in title  +  sibling stories enumerated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8143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"PHI (patient-health-info) update —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after results are reported"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workflow-stage-split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 microbiologist_supervisor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reporting_case_closure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PHI corrected on finalised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report, system MUST regenerate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 entry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the EHR (electronic health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record) has the report,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send corrected-result message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cross_links: STORY-0076 (before work),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STORY-0077 (after work started)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CONFIGURATION-INSTANCE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Concrete typed values  ·  no MUST/SHALL pretense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"Blood culture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— bottle parameters"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configuration-instance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bottle received, configure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expected_value: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temperature_c:    35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duration_h:       120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agitation_rpm:    220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alert_threshold_h: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Named artifact  +  before/after observable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143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"Remove obsolete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'Pending Pathologist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status from results screen"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viewing the results screen,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 option MUST NOT appear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existing case has the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MUST migrate to 'Pending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edge_cases:  existing case w/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in-flight orders w/ 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Inside two key agents — Validator &amp; Dependency Resolver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What these two agents actually do, beyond their one-line description on slide 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7607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Validator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at gate 1 (after Story Extractor) and gate 2 (after Synthesis).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4864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Receives a draft 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1. Closed-enum check  (tests, persona, stage in catalog?)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2670048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329183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2. Shape verification  (declared shape matches content?)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3172968"/>
            <a:ext cx="0" cy="118871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379475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3. Apply shape-specific rubric  (4 rules — see slide 6)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67588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46120" y="417880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2286000" y="4297679"/>
            <a:ext cx="173736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all checks?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343399"/>
            <a:ext cx="1691639" cy="3383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revise (≤2)
then auto-park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023360" y="4512563"/>
            <a:ext cx="274320" cy="36577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60520" y="4329683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46120" y="480059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91839" y="477316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19"/>
            <a:ext cx="54864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kept (validated) → Output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Dependency 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Takes all kept stories; outputs a topological order for sprint planning.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1284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Each story has dependencies[] and cross_links[] — the resolver builds a dependency graph (DAG) and sorts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19" y="260604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2280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59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18219" y="406908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8219" y="480060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292340" y="297180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8280" y="297180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92340" y="370332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9098280" y="370332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98280" y="4434840"/>
            <a:ext cx="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55080" y="5349240"/>
            <a:ext cx="54864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Output:   1. A  →  2. B  →  3. C  →  4. D  →  5.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Validator at work — a sample story walks through the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Each check is explicit. Failure on attempt 1; pass on revise (attempt 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A84A4A"/>
                </a:solidFill>
                <a:latin typeface="Calibri"/>
              </a:rPr>
              <a:t>ATTEMPT 1   ✗  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5638647" cy="16002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(draft):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validate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044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1304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tests, persona, stage all in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0565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declared 'capability' matches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A84A4A"/>
                </a:solidFill>
                <a:latin typeface="Calibri"/>
              </a:rPr>
              <a:t>✗    3. Shape rubric  —  capability:no_ambiguous_quantifiers fails on 'appropriately'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A84A4A"/>
                </a:solidFill>
                <a:latin typeface="Calibri"/>
              </a:rPr>
              <a:t>→ Revise  (attempt 1 of 2)  —  Story Extractor reworks the 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1417320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C8347"/>
                </a:solidFill>
                <a:latin typeface="Calibri"/>
              </a:rPr>
              <a:t>ATTEMPT 2   ✓   revised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828800"/>
            <a:ext cx="5638647" cy="16002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(revised):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against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 with accession,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system MUST match against open order;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if no match within 24h, MUST flag for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accessioning review"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352044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81304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passes (unchanged)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10565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439826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5C8347"/>
                </a:solidFill>
                <a:latin typeface="Calibri"/>
              </a:rPr>
              <a:t>✓    3. Shape rubric  —  concrete, observable, parameterized (24h)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4782312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→ Story kept (validated)  →  Output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85232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Note:  closed-enum violations (e.g. invalid persona name) hard-reject without entering the revise loop. Only shape/AC issues consume revision attempts. Failures after 2 revisions auto-park to the review pile (see slide 11).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Inputs to the system  —  what's already captured vs what's still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063240"/>
            <a:ext cx="3710330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5C8347"/>
                </a:solidFill>
                <a:latin typeface="Calibri"/>
              </a:rPr>
              <a:t>Already captured 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from your project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Persona inventory  —  documented in your Roles &amp; Process Map (we'll structure it into micro_persona_v1.yaml)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Universal 6-stage enum  —  derived from the Process Map (one-time, universal)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ANALOGY persona_links  —  from the cross-discipline role inventory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0682" y="3063240"/>
            <a:ext cx="371033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From the seminal prior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8114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snapshotted from Cytology's Connect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Theme catalog  (cyto_v1)  —  used as the warm-start prior for Theme Discovery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Epic catalog  (cyto_epic_v1)  —  used by the conditioned Epic Extractor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3063240"/>
            <a:ext cx="3710330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Still needed from the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3036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the only blocking 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7044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Test catalog  (micro_test_v1.yaml)  —  list of in-scope Microbiology tests (Gram stain, blood culture, MALDI mass-spec ID, AST antimicrobial susceptibility testing, …)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Sample SOPs  (~20 representative SOPs) to seed Phase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55606E"/>
                </a:solidFill>
                <a:latin typeface="Calibri"/>
              </a:rPr>
              <a:t>Optional  —  quality enhancement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2180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•   Sanitized Cytology Jira export  —  improves story style fidelity at extraction time. The system runs without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69280"/>
            <a:ext cx="1147572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 the test catalog + sample SOPs are the gating inputs.  Everything else is in hand.  Confirm?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