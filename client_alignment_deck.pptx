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5-reviewer panel that votes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role,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30951"/>
            <a:ext cx="11475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Quorum panel — 5 reviewer agents running IN PARALLEL  (used inside Theme Discovery and Epic Extractor)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1. Is it coherent
as a new theme?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5534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2. Is it distinct
from existing?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3. Is the description
sharp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5083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4. Are the cluster
members consistent?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4857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5. Would admitting
fragment the catalog?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72199"/>
            <a:ext cx="11475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F2D3D"/>
                </a:solidFill>
                <a:latin typeface="Calibri"/>
              </a:rPr>
              <a:t>All 5 vote in parallel. Need 3 of 5 agreeing on the same action; their descriptions must be similar enough.  Otherwise the candidate goes to the review pile for the next 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 prior discipline's themes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306324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3182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315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6911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2506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8102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10328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5 reviewers vote in parallel</a:t>
            </a:r>
          </a:p>
        </p:txBody>
      </p:sp>
      <p:sp>
        <p:nvSpPr>
          <p:cNvPr id="17" name="Diamond 16"/>
          <p:cNvSpPr/>
          <p:nvPr/>
        </p:nvSpPr>
        <p:spPr>
          <a:xfrm>
            <a:off x="822960" y="516636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agree?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5234940"/>
            <a:ext cx="228600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8932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29260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34640" y="333756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304495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36118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01952" y="358444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28800" y="5093208"/>
            <a:ext cx="0" cy="7315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544068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46120" y="527608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828800" y="571500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74519" y="56875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200400" y="3543300"/>
            <a:ext cx="1508760" cy="2651759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1463040"/>
            <a:ext cx="4937760" cy="42976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new_lab_theme_catalog: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catalog_id: micro_v1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inherited_from_cytology:    # carried over by Pass 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Pre-Analytic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Post-Analytic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Reporting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QC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Compliance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Instrumentation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Platform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newly_added:                # admitted by quorum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[admit×5]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[admit×4, fold→Compliance]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count: 38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pct: 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852160"/>
            <a:ext cx="49377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Read this top-down: most categories carry over from Cytology. Two new ones (Susceptibility Testing, Biosafety Containment) earned their place via quorum vote with evidence.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   Multiple SOPs can run through this pipeline in parallel (data-parallel).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50292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27432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889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747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51959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0" name="Diamond 9"/>
          <p:cNvSpPr/>
          <p:nvPr/>
        </p:nvSpPr>
        <p:spPr>
          <a:xfrm>
            <a:off x="822960" y="4937759"/>
            <a:ext cx="2011680" cy="68580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5029199"/>
            <a:ext cx="2194560" cy="50292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035040"/>
            <a:ext cx="27432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92024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6060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32918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97763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754879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34640" y="5280659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246120" y="51160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5623559"/>
            <a:ext cx="0" cy="4114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874519" y="56647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1417320"/>
            <a:ext cx="4937760" cy="4114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tests: [gram_stain, blood_culture]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577840"/>
            <a:ext cx="4937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Every story carries: shape, tests, role, stage, source citation, and quality verdict. Closed-enum fields are checked against the catalogs — out-of-list values are rejected, no questions asked.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role,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docs?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persona_owner: supervisor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80" y="5303520"/>
            <a:ext cx="4937760" cy="64008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00" b="0" i="0">
                <a:solidFill>
                  <a:srgbClr val="1F2D3D"/>
                </a:solidFill>
                <a:latin typeface="Calibri"/>
              </a:rPr>
              <a:t>Continuous monitoring (alongside): drift report; alarm when review pile or unclassified bucket &gt; 5%; auto-rerun with looser threshold on alarm.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What we need from the client — mandatory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tests for each discipline in scope (blood culture, urine culture, target pathogens for Microbiology).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roles in those disciplines (with type: human / system / external).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prior discipline's theme catalog and epic catalog (small structured YAMLs — Cytology for the seminal extension).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A sample of ~20 SOPs per new discipline to seed Phase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55606E"/>
                </a:solidFill>
                <a:latin typeface="Calibri"/>
              </a:rPr>
              <a:t>Optional — quality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alibri"/>
              </a:rPr>
              <a:t>•  Sanitized prior-discipline Jira export — improves story style fidelity if available; not required for the system to function.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23560"/>
            <a:ext cx="1147572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do these inputs match what's available on your side, and does the output match what your dev team would consume?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