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we are 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1F2D3D"/>
                </a:solidFill>
                <a:latin typeface="Calibri"/>
              </a:rPr>
              <a:t>A system that turns lab procedure documents into a ready-to-use backlog of dev work — without an expert reviewing each item.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108960" cy="12801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Lab procedure documents
(SOPs)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828800"/>
            <a:ext cx="3108960" cy="12801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1F2D3D"/>
                </a:solidFill>
                <a:latin typeface="Calibri"/>
              </a:rPr>
              <a:t>Our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828800"/>
            <a:ext cx="3108960" cy="12801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Dev backlog
(Jira: Epics + Stories)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0332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2628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55606E"/>
                </a:solidFill>
                <a:latin typeface="Calibri"/>
              </a:rPr>
              <a:t>Plus: configuration files + audit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Today: every new procedure → manual expert review → hand-written stories. Slow, costly, inconsistent.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With this system: documents in, structured stories out. Quality is built into the rules, not into one expert's review.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Same system, any clinical discipline. Each new discipline is a configuration change, not an engineering project.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does "prior discipline to learn from"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D3D"/>
                </a:solidFill>
                <a:latin typeface="Calibri"/>
              </a:rPr>
              <a:t>It's a teaching reference — a discipline whose dev work has already been validated. For our project, that's Cytology.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07127" y="1828800"/>
            <a:ext cx="2377440" cy="1005840"/>
          </a:xfrm>
          <a:prstGeom prst="roundRect">
            <a:avLst/>
          </a:prstGeom>
          <a:solidFill>
            <a:srgbClr val="FCE0C4"/>
          </a:solidFill>
          <a:ln w="12700">
            <a:solidFill>
              <a:srgbClr val="B86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Prior discipline
(Cytology)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Theme starter set
Vocabulary of workflow categories
(Pre-Analytic, Analytic, Reporting, …)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42655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 starter set
High-level dev groupings
(Specimen Receiving, Reporting, Billing, 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2655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749039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84567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52647" y="3703320"/>
            <a:ext cx="5486400" cy="1097280"/>
          </a:xfrm>
          <a:prstGeom prst="roundRect">
            <a:avLst/>
          </a:prstGeom>
          <a:solidFill>
            <a:srgbClr val="F6F6F6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Story exemplars
Few-shot examples for the Story Extractor
Used IF prior-discipline Jira is accessible — system runs without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647" y="3429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OPTIONAL (enhancement)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834640"/>
            <a:ext cx="0" cy="868680"/>
          </a:xfrm>
          <a:prstGeom prst="line">
            <a:avLst/>
          </a:prstGeom>
          <a:ln w="19050">
            <a:solidFill>
              <a:srgbClr val="A0A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50749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Not inherited from the prior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13248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Tests   •   Roles   •   Documents (new discipline's SOPs)   •   Tasks (out of scope; dev team owns decomposition)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Quality-check thresholds use defaults tuned by first-run telemetry — no holdout calibration against the prior discipline is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agents — cast of characters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F2D3D"/>
                </a:solidFill>
                <a:latin typeface="Calibri"/>
              </a:rPr>
              <a:t>Six agents do the work. Plus a 5-reviewer panel that votes when admitting new categories.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08760"/>
          <a:ext cx="11475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5943600"/>
                <a:gridCol w="2880360"/>
              </a:tblGrid>
              <a:tr h="36576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Theme Discovery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Builds the new discipline's theme catalog (categories) by classifying sample documents against the prior discipline's themes; new themes emerge only with evidence.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new discipline
(re-runs only on alarm)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Epic Extractor (conditioned)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high-level epics from each document; matches each draft against the prior discipline's epic catalog. Matches inherit; non-matches are clustered for novelty review.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document
+ batch novelty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Story Extractor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user stories from document chunks using schema + shape definitions + closed-enum catalogs. Optionally retrieves (test, role, stage, shape)-matched exemplars from the prior discipline's Jira if it's available — improves style fidelity.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Per epic, per document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Validator (quality check)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Quality-checks every emitted story against shape-specific rules (MUST/SHALL for capabilities; concrete values for configurations; named artifact for cleanups). Failures auto-park.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Twice per story
(after extract + after synthesis)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Cross-SOP Synthesis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After all documents are processed, finds patterns recurring across ≥ 2 documents and lifts them into broader "capability stories" with parameters.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Dependency Resolver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Resolves dependencies between stories into a topological order — the final ordered backlog the dev team consumes.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5330951"/>
            <a:ext cx="11475720" cy="111556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00" b="0" i="0">
                <a:solidFill>
                  <a:srgbClr val="1F2D3D"/>
                </a:solidFill>
                <a:latin typeface="Calibri"/>
              </a:rPr>
              <a:t>Quorum panel (5 reviewer agents):  used by Theme Discovery and Epic Extractor when admitting new categories. Each reviewer asks a different question — "is this coherent?", "is it distinct?", "is the description sharp?", etc. Need 3 of 5 agreeing on the same action; their descriptions must be similar enough to count. Otherwise the candidate goes to the review pile for the next round.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full flow — three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5606E"/>
                </a:solidFill>
                <a:latin typeface="Calibri"/>
              </a:rPr>
              <a:t>End-to-end view. Each phase is detailed in the next three slides.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1
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Build theme &amp; epic catalogs for the new discipline, conditioned on the prior discipline.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Theme Discovery, Epic Extractor, Quorum panel.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once per new discipline.
Repeats only if alarm fires.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2
Per-document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Read each procedure document, draft stories, quality-check.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Epic Extractor, Story Extractor, Validator.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for every new procedure document.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3
Combine + 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Look across all documents, lift recurring patterns, generate outputs.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Cross-SOP Synthesis, Validator, Dependency Resolver.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after a batch of documents is processed.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23360" y="2194560"/>
            <a:ext cx="228600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80" y="2194560"/>
            <a:ext cx="228599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349240"/>
            <a:ext cx="11475720" cy="54864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Continuous (alongside all phases): drift report   •   alarm-driven re-runs when too many items go to the review pile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1 — Setup: building the theme catalog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 once for a new discipline. Result: a theme catalog mostly inherited from the prior discipline + 0–N new themes (each with evidence).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Sample SOPs (~20)
+ prior discipline's themes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146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Compare each chunk to prior discipline's themes</a:t>
            </a:r>
          </a:p>
        </p:txBody>
      </p:sp>
      <p:sp>
        <p:nvSpPr>
          <p:cNvPr id="8" name="Diamond 7"/>
          <p:cNvSpPr/>
          <p:nvPr/>
        </p:nvSpPr>
        <p:spPr>
          <a:xfrm>
            <a:off x="822960" y="306324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Score ≥ match
threshold?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13182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Inherit theme
(into new catalog)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residual into candidates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5-reviewer quorum panel votes</a:t>
            </a:r>
          </a:p>
        </p:txBody>
      </p:sp>
      <p:sp>
        <p:nvSpPr>
          <p:cNvPr id="12" name="Diamond 11"/>
          <p:cNvSpPr/>
          <p:nvPr/>
        </p:nvSpPr>
        <p:spPr>
          <a:xfrm>
            <a:off x="822960" y="498348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3 of 5 agree?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5052060"/>
            <a:ext cx="2286000" cy="41148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Park to review pile
(retry next cycle)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0644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New discipline's theme catalog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29260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34640" y="333756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246120" y="3044952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
(inherit)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361188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01952" y="358444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
(residual)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34640" y="525780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46120" y="50932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828800" y="553212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874519" y="550468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 (admit)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709160" y="3543300"/>
            <a:ext cx="0" cy="2468880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theme catalog (simplified)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1463040"/>
            <a:ext cx="4937760" cy="42976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new_lab_theme_catalog: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catalog_id: micro_v1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parent_catalog: cyto_v1     # prior discipline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inherited_from_cytology:    # carried over by Pass 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Pre-Analytic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Post-Analytic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Reporting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QC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Compliance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Instrumentation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Platform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newly_added:                # admitted by quorum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id: MI1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name: Susceptibility Testing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evidence: 42 chunks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votes: [admit×5]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id: MI2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name: Biosafety Containment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evidence: 28 chunks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votes: [admit×4, fold→Compliance]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unclassified_bucket:        # left for next round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count: 38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pct: 6.3%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852160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Read this top-down: most categories carry over from Cytology. Two new ones (Susceptibility Testing, Biosafety Containment) earned their place via quorum vote with evidence.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2 — Per-document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once per procedure document. Result: validated stories under the right epics.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50292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SOP arrives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2743200" cy="50292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889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Epic Extractor: draft + 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4747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Extractor: draft
(uses exemplars if available)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251959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Validator: quality-check (shape rules)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60" y="4937759"/>
            <a:ext cx="2011680" cy="68580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quality?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5029199"/>
            <a:ext cx="2194560" cy="50292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Revise (≤2 tries)
then review pile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035040"/>
            <a:ext cx="27432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Story kept (validated)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1920240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" y="26060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28800" y="32918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397763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4754879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34640" y="5280659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246120" y="51160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5623559"/>
            <a:ext cx="0" cy="4114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874519" y="56647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12471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a single story (simplified)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1417320"/>
            <a:ext cx="4937760" cy="4114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story: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id: STORY-MICRO-0042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shape: capability       # one of: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capability,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workflow-stage-split,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configuration-instance,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cleanup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title: "Validate received specimens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against open orders"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when: "specimen received with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accession number"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then: "system MUST match against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open order"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tests: [gram_stain, blood_culture]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persona: lims           # closed enum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stage: accessioning_verification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source_citation: SOP-MICRO-014, lines 23-31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epic_id: EPIC-MICRO-001 (Specimen Receiving)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quality: passed         # or: parked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5577840"/>
            <a:ext cx="4937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Every story carries: shape, tests, role, stage, source citation, and quality verdict. Closed-enum fields are checked against the catalogs — out-of-list values are rejected, no questions asked.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3 — Combine patterns + continuous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after a batch of documents. Recurring patterns lift to broader "capability stories" with parameters.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All kept stories
from all documents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on (test, role, stage,
shape, behavior)</a:t>
            </a:r>
          </a:p>
        </p:txBody>
      </p:sp>
      <p:sp>
        <p:nvSpPr>
          <p:cNvPr id="7" name="Diamond 6"/>
          <p:cNvSpPr/>
          <p:nvPr/>
        </p:nvSpPr>
        <p:spPr>
          <a:xfrm>
            <a:off x="731520" y="2514600"/>
            <a:ext cx="219456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Pattern in
≥ 2 docs?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58318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Keep concrete
story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3756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Lift to capability story
(parameterized)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Validator (gate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Dependency Resolver
(topological order)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8348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Final ordered backlog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26080" y="2788920"/>
            <a:ext cx="64008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39" y="262432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74519" y="30358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3749039"/>
            <a:ext cx="0" cy="13716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709160" y="2994660"/>
            <a:ext cx="0" cy="2194560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Example: a lifted capability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capability_story: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id: STORY-MICRO-CAP-0007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title: "Configurable critical-result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notification across tests"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parameters:                # what varies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test:      enum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threshold: number+units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persona_owner: supervisor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when: "{test} flagged critical"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then: "notify {persona_owner}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within 1 hour"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child_stories:             # the concrete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STORY-MICRO-0023       # cases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STORY-MICRO-0041       # this lifted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STORY-MICRO-0089       # from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source_documents: [SOP-014, SOP-019, SOP-022]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5303520"/>
            <a:ext cx="4937760" cy="64008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00" b="0" i="0">
                <a:solidFill>
                  <a:srgbClr val="1F2D3D"/>
                </a:solidFill>
                <a:latin typeface="Calibri"/>
              </a:rPr>
              <a:t>Continuous monitoring (alongside): drift report; alarm when review pile or unclassified bucket &gt; 5%; auto-rerun with looser threshold on alarm.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ships and the alignment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512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Jira 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12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Epics + Stories
Ready for the dev team
Includes traceability to source docs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Configuration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704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Per-test settings
(e.g. blood culture parameters)
Deterministic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9896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Reference +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896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Theme catalog, epic catalog
Cross-discipline mapping
Review pile + decision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What we need from the client — mandatory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list of tests for each discipline in scope (blood culture, urine culture, target pathogens for Microbiology).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list of roles in those disciplines (with type: human / system / external).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prior discipline's theme catalog and epic catalog (small structured YAMLs — Cytology for the seminal extension).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A sample of ~20 procedure documents per new discipline to seed Phase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0916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1">
                <a:solidFill>
                  <a:srgbClr val="55606E"/>
                </a:solidFill>
                <a:latin typeface="Calibri"/>
              </a:rPr>
              <a:t>Optional — quality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alibri"/>
              </a:rPr>
              <a:t>•  Sanitized prior-discipline Jira export — improves story style fidelity if available; not required for the system to function.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23560"/>
            <a:ext cx="1147572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Alignment ask: do these inputs match what's available on your side, and does the output match what your dev team would consume?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