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5330951"/>
            <a:ext cx="11475720" cy="111556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 i="0">
                <a:solidFill>
                  <a:srgbClr val="1F2D3D"/>
                </a:solidFill>
                <a:latin typeface="Calibri"/>
              </a:rPr>
              <a:t>Quorum panel (5 reviewer agents):  used by Theme Discovery and Epic Extractor when admitting new categories. Each reviewer asks a different question — "is this coherent?", "is it distinct?", "is the description sharp?", etc. Need 3 of 5 agreeing on the same action; their descriptions must be similar enough to count. Otherwise the candidate goes to the review pile for the next 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5-reviewer quorum panel votes</a:t>
            </a:r>
          </a:p>
        </p:txBody>
      </p:sp>
      <p:sp>
        <p:nvSpPr>
          <p:cNvPr id="12" name="Diamond 11"/>
          <p:cNvSpPr/>
          <p:nvPr/>
        </p:nvSpPr>
        <p:spPr>
          <a:xfrm>
            <a:off x="822960" y="498348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505206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34640" y="525780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46120" y="50932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28800" y="553212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74519" y="55046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3200400" y="3543300"/>
            <a:ext cx="1508760" cy="246888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1463040"/>
            <a:ext cx="4937760" cy="42976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Read this top-down: most categories carry over from Cytology. Two new ones (Susceptibility Testing, Biosafety Containment) earned their place via quorum vote with evidence.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1417320"/>
            <a:ext cx="4937760" cy="4114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577840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Every story carries: shape, tests, role, stage, source citation, and quality verdict. Closed-enum fields are checked against the catalogs — out-of-list values are rejected, no questions asked.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5303520"/>
            <a:ext cx="4937760" cy="64008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00" b="0" i="0">
                <a:solidFill>
                  <a:srgbClr val="1F2D3D"/>
                </a:solidFill>
                <a:latin typeface="Calibri"/>
              </a:rPr>
              <a:t>Continuous monitoring (alongside): drift report; alarm when review pile or unclassified bucket &gt; 5%; auto-rerun with looser threshold on alarm.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SOPs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