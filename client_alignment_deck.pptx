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97880"/>
            <a:ext cx="11430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F4E79"/>
                </a:solidFill>
                <a:latin typeface="Calibri"/>
              </a:rPr>
              <a:t>What's inside the Dev backlog (Jira hierarchy)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6144768"/>
            <a:ext cx="1280160" cy="41148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6350508"/>
            <a:ext cx="45720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0" y="6350508"/>
            <a:ext cx="187452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59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74720" y="6350508"/>
            <a:ext cx="3291839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6144768"/>
            <a:ext cx="2560320" cy="41148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808080"/>
                </a:solidFill>
                <a:latin typeface="Calibri"/>
              </a:rPr>
              <a:t>Task    (out of scope — dev team owns)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panel — 5 reviewer agents running IN PARALLEL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Is it coherent
as a new theme?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Is it distinct
from existing?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Is the description
sharp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Are the cluster
members consistent?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Would admitting
fragment the catalog?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All 5 vote in parallel. Need 3 of 5 agreeing on the same action; their descriptions must be similar enough.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5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911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506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102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reviewers vote in parallel</a:t>
            </a:r>
          </a:p>
        </p:txBody>
      </p:sp>
      <p:sp>
        <p:nvSpPr>
          <p:cNvPr id="17" name="Diamond 16"/>
          <p:cNvSpPr/>
          <p:nvPr/>
        </p:nvSpPr>
        <p:spPr>
          <a:xfrm>
            <a:off x="822960" y="516636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23494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8932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8800" y="5093208"/>
            <a:ext cx="0" cy="7315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544068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6120" y="52760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28800" y="571500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74519" y="56875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200400" y="3543300"/>
            <a:ext cx="1508760" cy="2651759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212079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Pass 1 produced  (Microbiology classified vs Cytology's themes)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G1
145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812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G2
88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5376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G3
60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2625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G4
52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89873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G5
44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7122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G6
30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6437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G7
38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5161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G8
20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12019" y="5458967"/>
            <a:ext cx="1642262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Residual
123 chunks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861303"/>
            <a:ext cx="306141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inherited from Cytology (477 chunks total)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2019" y="5861303"/>
            <a:ext cx="164226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A84A4A"/>
                </a:solidFill>
                <a:latin typeface="Calibri"/>
              </a:rPr>
              <a:t>feeds Pass 2 cluster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3" name="Diamond 12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1417320"/>
            <a:ext cx="4937760" cy="3566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07492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The 4 quality rules — one per story shape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MUST/SHALL
+ parameters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9036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Stage-split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9036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Stage in title
+ siblings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Config-instance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37192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Concrete typed values
no MUST/SHALL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5348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5348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Named artifact
+ before/after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1208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What "pattern in ≥ 2 SOPs" produces (worked example)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50468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SOP-007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87044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577840"/>
            <a:ext cx="1417320" cy="539495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Cluster:
2 distinct SOPs
≥ 2 → 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5577840"/>
            <a:ext cx="1783079" cy="539495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Capability story
+ parameters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47888" y="5664708"/>
            <a:ext cx="237744" cy="101955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47888" y="5928512"/>
            <a:ext cx="237744" cy="101956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39528" y="5847588"/>
            <a:ext cx="237744" cy="0"/>
          </a:xfrm>
          <a:prstGeom prst="line">
            <a:avLst/>
          </a:prstGeom>
          <a:ln w="190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Inside two key agents — Validator &amp; Dependency Resolver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What these two agents actually do, beyond their one-line description on slide 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7607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Validator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at gate 1 (after Story Extractor) and gate 2 (after Synthesis).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4864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Receives a draft 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1. Closed-enum check  (tests, persona, stage in catalog?)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2670048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329183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2. Shape verification  (declared shape matches content?)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3172968"/>
            <a:ext cx="0" cy="118871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379475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3. Apply shape-specific rubric  (4 rules — see slide 6)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67588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46120" y="417880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2057400" y="4297679"/>
            <a:ext cx="237744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all checks?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4343399"/>
            <a:ext cx="1691640" cy="3383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no:  revise (≤2)
then auto-park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4206240" y="4512563"/>
            <a:ext cx="228600" cy="36577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66259" y="4366259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46120" y="480059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91839" y="477316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19"/>
            <a:ext cx="54864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kept (validated) → Output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Dependency 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Takes all kept stories; outputs a topological order for sprint planning.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1284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Each story has dependencies[] and cross_links[] — the resolver builds a DAG and sorts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19" y="260604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2280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59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18219" y="406908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8219" y="480060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292340" y="297180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8280" y="297180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92340" y="370332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9098280" y="370332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98280" y="4434840"/>
            <a:ext cx="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55080" y="5349240"/>
            <a:ext cx="54864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Output:   1. A  →  2. B  →  3. C  →  4. D  →  5.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we need from the client — mandatory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tests for each discipline in scope (blood culture, urine culture, target pathogens for Microbiology).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roles in those disciplines (with type: human / system / external).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prior discipline's theme catalog and epic catalog (small structured YAMLs — Cytology for the seminal extension).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A sample of ~20 SOPs per new discipline to seed Phase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55606E"/>
                </a:solidFill>
                <a:latin typeface="Calibri"/>
              </a:rPr>
              <a:t>Optional — quality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alibri"/>
              </a:rPr>
              <a:t>•  Sanitized prior-discipline Jira export — improves story style fidelity if available; not required for the system to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1147572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do these inputs match what's available on your side, and does the output match what your dev team would consume?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