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A discipline-agnostic system that turns SOPs into structured stories. Cold-start: business capabilities, themes, epics, personas, tests are all discovered from this discipline's SOPs.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108960" cy="13716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
— the corpus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91640"/>
            <a:ext cx="3108960" cy="1371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
4 agent classes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691640"/>
            <a:ext cx="3108960" cy="13716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2D3D"/>
                </a:solidFill>
                <a:latin typeface="Calibri"/>
              </a:rPr>
              <a:t>Story corpus
+ 5 catalogs (capability/theme/
  epic/persona/test)
+ audit log + review queue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37744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37744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3657600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One system, any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Same machinery for any clinical-lab discipline — Microbiology, Histology, Hematology, Chemistry, etc.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Onboarding a new discipline = pointing the system at its SOPs. No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Cold-start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System discovers business capabilities, themes, epics, personas, tests from this discipline's SOPs alone — no curated catalogs up front.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Top-down cascade: capabilities first, then themes within each capability, then epics within each theme. Reviewable at every level.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Non-blocking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4 agent classes: Catalog Builder, Tagger, Story Extractor, Sampled Validator.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Confidence at every boundary; every emission flows to corpus and is logged for human review post-hoc — pipeline never waits.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Inputs — just SOPs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Everything else — capabilities, themes, epics, personas, tests — is discovered cold from this discipline's SOPs.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From the discipline (per onboarding):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486400" cy="9601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1F2D3D"/>
                </a:solidFill>
                <a:latin typeface="Calibri"/>
              </a:rPr>
              <a:t>SOPs — the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Typically 30–150 SOPs.  No tagging, no structuring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Universal defaults (not discipline-specific):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5486400" cy="9601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F2D3D"/>
                </a:solidFill>
                <a:latin typeface="Calibri"/>
              </a:rPr>
              <a:t>Validator thresholds + 4-shape rubric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Tuned from telemetry on first run. No per-discipline calibration.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A84A4A"/>
                </a:solidFill>
                <a:latin typeface="Calibri"/>
              </a:rPr>
              <a:t>Notably absent (vs prior designs):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prior-discipline catalogs (no warm-start).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universal lab_stage_v1 artifact — workflow axis is the discovered business_capability_v1 catalog, per discipline.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SME pre-curation of personas / tests — discovered from SOP mentions.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17320"/>
            <a:ext cx="5440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C8347"/>
                </a:solidFill>
                <a:latin typeface="Calibri"/>
              </a:rPr>
              <a:t>Discovered from the corpus (per discipline):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1920240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business_capability_v1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2249424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6–12 broad business outcomes the lab produces or maintains.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761488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2852928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theme_v1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3182112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12–20 subject areas, anchored under capabilities.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3785615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epic_v1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4114800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80–150 fine-grained, anchored under themes.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626864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1" y="4718304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persona_v1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5047488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Actors named in SOPs (humans, systems, external systems).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59552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1" y="5650992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test_v1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5980176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Tests / assays named in SOPs.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End-to-end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Three phases. Phase 1 once (taxonomy cascade + entity extraction), Phase 2 in parallel across SOPs, Phase 3 deferred to the 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411480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1 — Catalog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Once, on full corpus. Cold discovery.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04288"/>
            <a:ext cx="3200400" cy="347472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SOP Ingest &amp; Chunking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43200"/>
            <a:ext cx="3200400" cy="347472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Catalog Builder × 5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82112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Capability Discovery (top)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11296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Theme Discovery (under capabilities)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40480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Epic Discovery (under themes)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9664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Persona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98848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Test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0235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5C8347"/>
                </a:solidFill>
                <a:latin typeface="Calibri"/>
              </a:rPr>
              <a:t>Output: 5 catalogs (capability/theme/epic/persona/test)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76672"/>
            <a:ext cx="3383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A84A4A"/>
                </a:solidFill>
                <a:latin typeface="Calibri"/>
              </a:rPr>
              <a:t>↳ low-confidence admits flagged for priority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1554480"/>
            <a:ext cx="3657600" cy="411480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2 — Per-SOP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Parallel across SOPs. Tagging + extraction.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07992" y="2331720"/>
            <a:ext cx="320040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For each SOP (in parallel):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07992" y="2834639"/>
            <a:ext cx="320040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For each chunk (from Phase 1):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07992" y="3291839"/>
            <a:ext cx="32004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Tagger
(persona + test + capability)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07992" y="3950207"/>
            <a:ext cx="32004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
(self-checks against rubric)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510235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5C8347"/>
                </a:solidFill>
                <a:latin typeface="Calibri"/>
              </a:rPr>
              <a:t>Output: story corpus (4 shapes) + audit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16552" y="5376672"/>
            <a:ext cx="3383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A84A4A"/>
                </a:solidFill>
                <a:latin typeface="Calibri"/>
              </a:rPr>
              <a:t>↳ self_check FAIL or low-conf flagged for priority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01583" y="1554480"/>
            <a:ext cx="3657600" cy="4114800"/>
          </a:xfrm>
          <a:prstGeom prst="roundRect">
            <a:avLst/>
          </a:prstGeom>
          <a:solidFill>
            <a:srgbClr val="F0ECF7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3 — Cross-SOP Synthesis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A84A4A"/>
                </a:solidFill>
                <a:latin typeface="Calibri"/>
              </a:rPr>
              <a:t>FUTURE ROADMAP — milestone 2.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0183" y="2331720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Cluster stories across SOPs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30183" y="2834639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Lift to capability stories
(threshold ≥ 2 distinct SOPs)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30183" y="3401568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Emit Stream B (capability)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525780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A84A4A"/>
                </a:solidFill>
                <a:latin typeface="Calibri"/>
              </a:rPr>
              <a:t>Milestone 1 ships without Phase 3.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52160"/>
            <a:ext cx="5545836" cy="566928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897880"/>
            <a:ext cx="527151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5C8347"/>
                </a:solidFill>
                <a:latin typeface="Calibri"/>
              </a:rPr>
              <a:t>Sampled Validator QC (Quality Control)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52715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2D3D"/>
                </a:solidFill>
                <a:latin typeface="Calibri"/>
              </a:rPr>
              <a:t>~10% async sampling of emitted Phase 2 stories.  Drift → priority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5916" y="5852160"/>
            <a:ext cx="5545836" cy="5669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3076" y="5897880"/>
            <a:ext cx="527151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A84A4A"/>
                </a:solidFill>
                <a:latin typeface="Calibri"/>
              </a:rPr>
              <a:t>Review queue (HITL — Human-in-the-Loop)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3076" y="6126480"/>
            <a:ext cx="52715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2D3D"/>
                </a:solidFill>
                <a:latin typeface="Calibri"/>
              </a:rPr>
              <a:t>Every emission logged.  Failures + low-conf prioritized for human review (post-hoc, non-blocking).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23944" y="3611880"/>
            <a:ext cx="146304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46136" y="3611880"/>
            <a:ext cx="146304" cy="0"/>
          </a:xfrm>
          <a:prstGeom prst="line">
            <a:avLst/>
          </a:prstGeom>
          <a:ln w="25400">
            <a:solidFill>
              <a:srgbClr val="6E4F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4 LLM agents, each owning one step. Chunking, embedding, and clustering are deterministic; the LLM handles naming, tagging, extraction, and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81912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Catalog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618488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Cold-discovers the 5 catalogs from the SOP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0240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Phase 1 (5 runs, two modes)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7860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Taxonomy mode (capability → theme → epic, top-down cascade): names each cluster and admits via rubric; child levels cluster only within their parent's chunks.
Entity mode (persona, test): extracts named mentions per chunk, dedupes across the corpus, admits each unique entity.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375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3872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One agent class with two modes, instead of five separate agent classes.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417320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9944" y="1581912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Tagger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1392" y="1618488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Tags each chunk with persona / test / capability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1920240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Phase 2 (per chunk, parallel across SOPs)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33172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257860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Single structured-output call: looks up persona refs, test ref, and capability ref against persona_v1, test_v1, and business_capability_v1. theme_ref and epic_ref are inherited directly from the chunk's Phase 1 cascade buckets — no LLM lookup needed.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33375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53872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Three LLM lookups bundled into one call; theme/epic come for free from cascade.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14800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279392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Story Extractor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4315968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Produces 4-shape stories with inline self-check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4617720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Phase 2 (per tagged chunk)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7608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Generates story (capability / stage-split / config-instance / cleanup) matching the chunk + tags. Emits extraction_confidence + self_check verdict. Story always emits to corpus; FAIL or low-conf is flagged for priority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35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3620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Non-blocking: self-check on the hot path, no revise loop, no waiting for a human.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4114800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9944" y="4279392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Sampled Validator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4315968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Async drift detection on a sample of stories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4617720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Cross-cutting (~10% of emitted stories)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50292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5276088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Re-runs the full Validator rubric on a sampled fraction of stories already in the corpus. On FAIL, the story is logged to the review queue (with rubric diff) for priority review — story stays in corpus.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603504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623620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Drift detection on a sample, not a gate — never blocks emission.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Catalog Build (cold)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The 3 taxonomy runs cascade top-down (capability → theme within capability → epic within theme).  The 2 entity runs (persona, test) are parallel.  All five share the same chunking; each step admits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2918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Phase 1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27632"/>
            <a:ext cx="329184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SOPs (full corpus)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76272"/>
            <a:ext cx="329184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1. Chunk SOPs (deterministic)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063240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Capability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291840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Cluster all chunks → name +
admit.  ~6–12 capabilities.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41064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986784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Theme run (per capability)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4215384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Re-cluster within each
capability.  ~12–20 themes.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64608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10328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Epic run (per theme)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38928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Re-cluster within each
theme.  ~80–150 epics.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3017520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712" y="3063240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Extract mentions (LLM)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291840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Per chunk, pull named
personas /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3941064"/>
            <a:ext cx="1554480" cy="7772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7712" y="3986784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Dedupe + admit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4215384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Merge near-duplicates;
admit each unique entity.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24728"/>
            <a:ext cx="329184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Catalog YAML  (5 catalogs)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2011680"/>
            <a:ext cx="0" cy="16459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34440" y="2560320"/>
            <a:ext cx="868680" cy="4572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2560320"/>
            <a:ext cx="868680" cy="4572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34440" y="3794760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34440" y="4718304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71800" y="3794760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34440" y="5641848"/>
            <a:ext cx="86868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2103120" y="4718304"/>
            <a:ext cx="868680" cy="110642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023359" y="5824728"/>
            <a:ext cx="2240280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861304"/>
            <a:ext cx="2057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↘ Review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6025896"/>
            <a:ext cx="2057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1F2D3D"/>
                </a:solidFill>
                <a:latin typeface="Calibri"/>
              </a:rPr>
              <a:t>Low-conf admits (any level) flagged — pipeline never waits.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58183" y="6016752"/>
            <a:ext cx="256032" cy="0"/>
          </a:xfrm>
          <a:prstGeom prst="line">
            <a:avLst/>
          </a:prstGeom>
          <a:ln w="19050">
            <a:solidFill>
              <a:srgbClr val="A84A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92240" y="1325880"/>
            <a:ext cx="5257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Phase 1 outputs — 5 catalogs (3 cascade + 2 entity)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627632"/>
            <a:ext cx="525780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1682496"/>
            <a:ext cx="50383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business_capability_v1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1920240"/>
            <a:ext cx="5038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~6–12 broad business outcomes (top of hierarchy)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2130552"/>
            <a:ext cx="503834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desc · n_themes · admit_confidence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752344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2807208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theme_v1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3044952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~12–20, under capabilities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3255264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capability_ref · n_chunks · n_sops · admit_confidence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12580" y="2752344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2307" y="2807208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epic_v1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2307" y="3044952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~80–150, under themes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2307" y="3255264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theme_ref · n_sops · admit_confidence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2240" y="3877056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1968" y="3931920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persona_v1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4169664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Named actors in SOPs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4379976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actor_type · n_mentions · admit_confidence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2580" y="3877056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2307" y="3931920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test_v1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2307" y="4169664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Named tests / assays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2307" y="4379976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n_sops · admit_confidence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92240" y="5020056"/>
            <a:ext cx="5257800" cy="713232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Unclassified bucket on each taxonomy catalog (capability / theme / epic) holds chunks that did not cluster cleanly. Surfaced for review, not lost.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Catalog schemas +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Each Phase 1 output is a small structured YAML. Slug-based keys + human-readable labels. Microbiology illustrative.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business_capability_v1.yaml  (top of hierarchy)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4552" cy="100584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business_capability_v1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business_capabilities: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specimen_lifecycle, label: "Specimen Lifecycle Management", desc: "Intake, routing, QC (Quality Control), disposal", n_themes: 4, admit_confidence: 0.91}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diagnostic_execution, label: "Diagnostic Test Execution", n_themes: 5, admit_confidence: 0.88}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result_delivery, label: "Result Reporting &amp; Delivery", n_themes: 3, admit_confidence: 0.93}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... 6-12 capabilities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theme_v1.yaml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8892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theme_v1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specimen_handling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"Specimen handling"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Intake, routing, QC (Quality Control)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n_chunks: 142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22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culture_setup, label: "Culture setup", capability_ref: diagnostic_execution, n_sops: 18, admit_confidence: 0.88}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result_review, label: "Result review", capability_ref: result_delivery, n_sops: 24, admit_confidence: 0.90}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unclassified, label: "Unclassified", n_chunks: 14}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251460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epic_v1.yaml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278892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epic_v1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epics: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"Specimen intake at receiving"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theme_ref: specimen_handling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Accessioning, barcoding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14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0.88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gram_stain_prep, label: "Gram stain prep", theme_ref: culture_setup, n_sops: 14, admit_confidence: 0.91}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result_sign_off, label: "Result sign-off", theme_ref: result_review, n_sops: 24, admit_confidence: 0.85}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~80-150 epics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persona_v1.yaml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persona_v1     # named actors discovered in SOPs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microbiologist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"Microbiologist"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actor_type: human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Reads cultures, signs off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n_mentions: 167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0.95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lab_assistant, label: "Lab assistant", actor_type: human, n_mentions: 91, admit_confidence: 0.93}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lims, label: "LIMS (Laboratory Information Management System)", actor_type: system, n_mentions: 134, admit_confidence: 0.97}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emr, label: "EMR (Electronic Medical Record)", actor_type: external_system, n_mentions: 28, admit_confidence: 0.86}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5916" y="443484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test_v1.yaml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916" y="470916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test_v1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blood_culture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"Blood culture"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Aerobic + anaerobic, 5d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11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urine_culture, label: "Urine culture", n_sops: 9, admit_confidence: 0.89}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gram_stain, label: "Gram stain", n_sops: 14, admit_confidence: 0.94}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ast, label: "AST (Antimicrobial Susceptibility Testing)", n_sops: 7, admit_confidence: 0.82}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Extraction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For each SOP in parallel, walk its chunks (from Phase 1) and run Tagger then Story Extractor on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760720" cy="5074920"/>
          </a:xfrm>
          <a:prstGeom prst="rect">
            <a:avLst/>
          </a:prstGeom>
          <a:solidFill>
            <a:srgbClr val="FAFBFD"/>
          </a:solidFill>
          <a:ln w="12700">
            <a:solidFill>
              <a:srgbClr val="B8C4D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39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6E"/>
                </a:solidFill>
                <a:latin typeface="Calibri"/>
              </a:rPr>
              <a:t>ForEach SOP (in parallel)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4937759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One SOP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14600"/>
            <a:ext cx="4937759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Load this SOP's chunks (from Phase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200400"/>
            <a:ext cx="4754879" cy="1508760"/>
          </a:xfrm>
          <a:prstGeom prst="rect">
            <a:avLst/>
          </a:prstGeom>
          <a:solidFill>
            <a:srgbClr val="FEFBF2"/>
          </a:solidFill>
          <a:ln w="9525">
            <a:solidFill>
              <a:srgbClr val="C9952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2"/>
            <a:ext cx="44805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C9952C"/>
                </a:solidFill>
                <a:latin typeface="Calibri"/>
              </a:rPr>
              <a:t>ForEach chunk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566160"/>
            <a:ext cx="4206240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Tagger  (persona · test · capability)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941064"/>
            <a:ext cx="420624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+ theme_ref / epic_ref inherited from Phase 1 cascade buckets (no LLM call)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4114800"/>
            <a:ext cx="420624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
(generates 4-shape story · self_check rubric)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37559" y="393192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337559" y="233172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337559" y="29260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68680" y="4892040"/>
            <a:ext cx="4937759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Stories → corpus + audit log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37559" y="470916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68680" y="5458968"/>
            <a:ext cx="49377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A84A4A"/>
                </a:solidFill>
                <a:latin typeface="Calibri"/>
              </a:rPr>
              <a:t>↘ FAIL or low-confidence stories also flagged for priority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3716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Chunk 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1645920"/>
            <a:ext cx="5303520" cy="9601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Input chunk (already produced by Phase 1 chunking)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chunk_id: SOP_023.sec_4_2.chunk_07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sop_ref: SOP_023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text: |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After accessioning, the lab assistant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prepares a Gram stain on the specimen.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The microbiologist reviews the smear.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496312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Tagger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46520" y="2770632"/>
            <a:ext cx="5303520" cy="13258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Tagger output  (3 LLM lookups + 2 inherited)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tags: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Looked up via LLM: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persona_refs:    [lab_assistant, microbiologist]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test_ref:        gram_stain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capability_ref: 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Inherited from chunk's Phase 1 cascade buckets: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theme_ref:       culture_setup       # from capability cascade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epic_ref:        gram_stain_prep     # from theme cascade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confidence: 0.94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986784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Story Extractor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261104"/>
            <a:ext cx="5303520" cy="192024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Story Extractor output (one of possibly several stories per chunk)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ST_023_07_a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shape: workflow_stage_split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Lab assistant preps Gram stain before reading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[SOP_023]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culture_setup     epic_ref: gram_stain_prep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persona_refs: [lab_assistant]            # narrowed from tagger's 2 personas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test_ref: gram_stain                     # this story is about the prep action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predecessor_capability: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successor_capability: 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["Smear stained per protocol"]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Story schema + 4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Shared fields, then shape-specific fields. Validator rubric is shape-aware.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Story schema (all shapes share the top block)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4552" cy="1371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story_id        | shape ∈ {capability, workflow_stage_split, configuration_instance, cleanup}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           | sop_refs[]                | capability_ref  | theme_ref | epic_ref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persona_refs[]  | test_ref                  | acceptance_criteria[]      | self_check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extraction_confidence (0.0-1.0)  |  hitl_status ∈ {auto, confirmed, corrected, rejected}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shape-specific  | (capability)             sop_refs ≥ 2 distinct SOPs  (recurring pattern)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(workflow_stage_split)   predecessor_capability, successor_capability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(configuration_instance) config_keys[]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(cleanup)                deprecates[], replaced_by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note: shape=capability is a STORY TYPE (lifted recurring pattern, sop_breadth ≥ 2).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It references — but is distinct from — the business_capability_v1 catalog.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ST_C_017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shape: capability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System tracks specimens by barcode end-to-end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[SOP_023, SOP_041, SOP_055]   # ≥ 2 SOPs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specimen_handling   epic_ref: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persona_refs: [lims]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["Unique barcode at intake", "Resolves to location"]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97180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workflow_stage_split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4612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ST_S_044    shape: workflow_stage_split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Microbiologist signs off culture before release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[SOP_017]    persona_refs: [microbiologist]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result_delivery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result_review    epic_ref: result_sign_off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predecessor_capability: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successor_capability:  result_delivery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["Sign-off requires organism ID confirmation"]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0.88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    hitl_status: auto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1772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configuration_instance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ST_F_009    shape: configuration_instance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Configurable reject criteria for urine specimens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[SOP_039]    persona_refs: [microbiologist]    test_ref: urine_culture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specimen_handling    epic_ref: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config_keys: [colony_count_threshold, contamination_rule]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["Thresholds editable per site without code change"]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0.79      # below 0.85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                # in corpus, flagged for priority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61772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89204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ST_X_103    shape: cleanup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Remove deprecated Gram stain manual reader path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[SOP_044, SOP_044_amended]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culture_setup    epic_ref: gram_stain_prep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test_ref: gram_stain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deprecates: [legacy_manual_reader_v0]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replaced_by: [automated_reader_v1]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["All v0 references removed"]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0.91    self_check: pass    hitl_status: auto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Sampled Validator QC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Drift detection, not a gate. ~10% of stories audited asynchronously; Story Extractor's self-check is the hot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Extractor emits stories (with self_check)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50008"/>
            <a:ext cx="54864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Sampler (~10% rate, configurable per discipline)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8376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Validator runs full rubric (shape-aware)</a:t>
            </a:r>
          </a:p>
        </p:txBody>
      </p:sp>
      <p:sp>
        <p:nvSpPr>
          <p:cNvPr id="9" name="Diamond 8"/>
          <p:cNvSpPr/>
          <p:nvPr/>
        </p:nvSpPr>
        <p:spPr>
          <a:xfrm>
            <a:off x="2468880" y="3739896"/>
            <a:ext cx="1463040" cy="7772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verdict?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45736"/>
            <a:ext cx="265176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PASS → log audit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4745736"/>
            <a:ext cx="265176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FAIL → log to review queue
(priority; story stays in corpus)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148840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0" y="2807208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3465576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83080" y="4517136"/>
            <a:ext cx="141732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88819" y="458571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0">
                <a:solidFill>
                  <a:srgbClr val="55606E"/>
                </a:solidFill>
                <a:latin typeface="Calibri"/>
              </a:rPr>
              <a:t>pass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00400" y="4517136"/>
            <a:ext cx="141732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00500" y="458571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0">
                <a:solidFill>
                  <a:srgbClr val="55606E"/>
                </a:solidFill>
                <a:latin typeface="Calibri"/>
              </a:rPr>
              <a:t>fail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77256"/>
            <a:ext cx="5486400" cy="77724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Rubric checks (shape-aware): actionability · testable acceptance criteria · shape alignment · persona resolved · SOP traceable · sop_breadth ≥ 2 (capability shape only).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417320"/>
            <a:ext cx="5486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PASS — story kept, audit logged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5486400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validator_run: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story_id: ST_023_07_a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workflow_stage_split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rubric_version: 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checks: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actionability:    pass    # has concrete action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testable_AC:      pass    # criteria are verifiable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shape_alignment:  pass    # has predecessor + successor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persona_resolved: pass    # lab_assistant in catalog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sop_traceable:    pass    # SOP_023.sec_4_2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verdict: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sample_decision: kept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486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FAIL — alert raised (story already emitted)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069080"/>
            <a:ext cx="5486400" cy="2423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validator_run: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story_id: ST_119_03_b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checks: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actionability:  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testable_AC:      FAIL    # criterion 2 unverifiable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shape_alignment: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persona_resolved: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sop_traceable:  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sop_breadth_&gt;=2:  pass    # capability-only check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verdict: FAIL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reason: |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Criterion 2: "system handles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efficiently" — no measurable threshold.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action: log to review queue (priority: high)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note: story remains in corpus; reviewer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decides confirm/correct/reject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HITL — non-blocking review queue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Every emission flows to corpus AND to the review queue.  Reviewer can confirm / correct / reject post-hoc — pipeline never waits.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55321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Sources logged to the review queue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Story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self_check FAIL
or confidence &lt; 0.85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29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Sampled 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rubric verdict
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281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Catalog 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admit_confidence
&lt; 0.80 (any of
5 catalogs)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799"/>
            <a:ext cx="55321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Review queue — every emission logged; failures + low-conf prioritized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48740" y="2615183"/>
            <a:ext cx="1874520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23260" y="2615183"/>
            <a:ext cx="0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223260" y="2615183"/>
            <a:ext cx="1874519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3657599"/>
            <a:ext cx="553212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Human reviewer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23260" y="3428999"/>
            <a:ext cx="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2446020" y="4233671"/>
            <a:ext cx="1554480" cy="713232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23260" y="4069079"/>
            <a:ext cx="0" cy="16459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377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Confirm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58967"/>
            <a:ext cx="1783080" cy="466344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no change
(item stays in corpus)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348740" y="4946903"/>
            <a:ext cx="1874520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6829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5458967"/>
            <a:ext cx="1783080" cy="466344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edit + apply
→ manual emit-back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3260" y="4946903"/>
            <a:ext cx="0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4281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Reject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458967"/>
            <a:ext cx="1783080" cy="466344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remove from corpus
→ manual emit-back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23260" y="4946903"/>
            <a:ext cx="1874519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016751"/>
            <a:ext cx="553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Calibri"/>
              </a:rPr>
              <a:t>hitl_status: auto · confirmed · corrected · rejected.  Tagger has no direct trigger — confidence rolls into Story Extractor.  Milestone 1: decisions applied to corpus manually (auto emit-back on roadmap).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1417320"/>
            <a:ext cx="54681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Confidence — where it surfaces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691640"/>
            <a:ext cx="5468112" cy="2011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At every agent boundary, a confidence is emitted.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 item     →  admit_confidence: 0.92    # rubric score (cluster or entity)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tagger output    →  confidence: 0.94          # rolls into story extraction_confidence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 extractor  →  extraction_confidence: 0.89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sampled validator →  verdict: PASS / FAIL  +  reason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Review-priority thresholds (configurable per discipline)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catalog_admit_min:    0.80    # below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story_extract_min:    0.85    # below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validator_drift:      any FAIL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queue_priority:       weighted(confidence, impact)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931920"/>
            <a:ext cx="54681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Review queue item — example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206240"/>
            <a:ext cx="5468112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queue_id: RQ_2026_05_08_0042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source: story_extractor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ref: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story_id: ST_119_03_b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flags: ["low_confidence", "self_check_fail"]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confidence: 0.62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priority: high              # high | medium | low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state: pending_review       # pending_review | reviewed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Reviewer decision (post-hoc):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reviewer_actions: [confirm, correct, reject]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After decision, ref.hitl_status is updated;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applying the decision to the corpus is a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manual step in milestone 1.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+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Milestone 1 deliverables on the left. Roadmap items on the right — explicit, deferred to milestone 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48640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Milestone 1 — what 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5486400" cy="45262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Story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4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4-shape stories with extraction_confidence + hitl_status, self-checked at emission, traceable to SOP chunks.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5 catalogs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73552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business_capability · theme · epic · persona · test — each cold-discovered with per-item confidence; slug-based keys.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58768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Review queue + audit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Every emission logged for human review; failures + low-conf prioritized.  Decisions captured immediately.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00016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Sampled Validator QC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956048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~10% sample rate, async; drift surfaces in the review queue.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41264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Onboarding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797296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Hand the system SOPs for a new discipline; outputs follow with no SME pre-curation.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17320"/>
            <a:ext cx="5486400" cy="457200"/>
          </a:xfrm>
          <a:prstGeom prst="roundRect">
            <a:avLst/>
          </a:prstGeom>
          <a:solidFill>
            <a:srgbClr val="F0ECF7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6E4FA0"/>
                </a:solidFill>
                <a:latin typeface="Calibri"/>
              </a:rPr>
              <a:t>Roadmap — milestone 2 and beyond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011680"/>
            <a:ext cx="5486400" cy="45262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194560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Phase 3 — Cross-SOP 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450591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Cluster stories across SOPs; lift recurring patterns to capability stories at threshold ≥ 2 distinct SOPs.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27832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Auto emit-back from reviewer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483863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Apply confirm / correct / reject decisions to the corpus automatically; current milestone applies them manually.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261104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Reviewer dashboard + queue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451713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Production-grade reviewer UI: prioritization, batch operations, reviewer-performance analytics, decision provenance.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5294376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Threshold auto-tuning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555040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Replace fixed rubric and confidence thresholds with telemetry-driven tuning (precision and recall against reviewer decision history).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